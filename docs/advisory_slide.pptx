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LEFT UNTESTED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no tokeniser tested</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2724912"/>
          </a:xfrm>
          <a:prstGeom prst="roundRect">
            <a:avLst>
              <a:gd name="adj" fmla="val 2013"/>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Text 33"/>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6" name="Shape 34"/>
          <p:cNvSpPr/>
          <p:nvPr/>
        </p:nvSpPr>
        <p:spPr>
          <a:xfrm>
            <a:off x="6565392" y="2843784"/>
            <a:ext cx="0" cy="1664208"/>
          </a:xfrm>
          <a:prstGeom prst="line">
            <a:avLst/>
          </a:prstGeom>
          <a:noFill/>
          <a:ln w="12700">
            <a:solidFill>
              <a:srgbClr val="DDE1E7"/>
            </a:solidFill>
            <a:prstDash val="solid"/>
          </a:ln>
        </p:spPr>
      </p:sp>
      <p:sp>
        <p:nvSpPr>
          <p:cNvPr id="37" name="Text 35"/>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38" name="Shape 36"/>
          <p:cNvSpPr/>
          <p:nvPr/>
        </p:nvSpPr>
        <p:spPr>
          <a:xfrm>
            <a:off x="7907495" y="2843784"/>
            <a:ext cx="0" cy="1664208"/>
          </a:xfrm>
          <a:prstGeom prst="line">
            <a:avLst/>
          </a:prstGeom>
          <a:noFill/>
          <a:ln w="9525">
            <a:solidFill>
              <a:srgbClr val="EDEFF2"/>
            </a:solidFill>
            <a:prstDash val="solid"/>
          </a:ln>
        </p:spPr>
      </p:sp>
      <p:sp>
        <p:nvSpPr>
          <p:cNvPr id="39" name="Text 37"/>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0" name="Shape 38"/>
          <p:cNvSpPr/>
          <p:nvPr/>
        </p:nvSpPr>
        <p:spPr>
          <a:xfrm>
            <a:off x="9249598" y="2843784"/>
            <a:ext cx="0" cy="1664208"/>
          </a:xfrm>
          <a:prstGeom prst="line">
            <a:avLst/>
          </a:prstGeom>
          <a:noFill/>
          <a:ln w="9525">
            <a:solidFill>
              <a:srgbClr val="EDEFF2"/>
            </a:solidFill>
            <a:prstDash val="solid"/>
          </a:ln>
        </p:spPr>
      </p:sp>
      <p:sp>
        <p:nvSpPr>
          <p:cNvPr id="41" name="Text 39"/>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2" name="Shape 40"/>
          <p:cNvSpPr/>
          <p:nvPr/>
        </p:nvSpPr>
        <p:spPr>
          <a:xfrm>
            <a:off x="10591702" y="2843784"/>
            <a:ext cx="0" cy="1664208"/>
          </a:xfrm>
          <a:prstGeom prst="line">
            <a:avLst/>
          </a:prstGeom>
          <a:noFill/>
          <a:ln w="9525">
            <a:solidFill>
              <a:srgbClr val="EDEFF2"/>
            </a:solidFill>
            <a:prstDash val="solid"/>
          </a:ln>
        </p:spPr>
      </p:sp>
      <p:sp>
        <p:nvSpPr>
          <p:cNvPr id="43" name="Text 41"/>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4" name="Shape 42"/>
          <p:cNvSpPr/>
          <p:nvPr/>
        </p:nvSpPr>
        <p:spPr>
          <a:xfrm>
            <a:off x="8779862" y="2816352"/>
            <a:ext cx="0" cy="1682496"/>
          </a:xfrm>
          <a:prstGeom prst="line">
            <a:avLst/>
          </a:prstGeom>
          <a:noFill/>
          <a:ln w="15875">
            <a:solidFill>
              <a:srgbClr val="B4522F"/>
            </a:solidFill>
            <a:prstDash val="dash"/>
          </a:ln>
        </p:spPr>
      </p:sp>
      <p:sp>
        <p:nvSpPr>
          <p:cNvPr id="45" name="Text 43"/>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6" name="Text 44"/>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47" name="Shape 45"/>
          <p:cNvSpPr/>
          <p:nvPr/>
        </p:nvSpPr>
        <p:spPr>
          <a:xfrm>
            <a:off x="6565392" y="2889504"/>
            <a:ext cx="3845126" cy="196596"/>
          </a:xfrm>
          <a:prstGeom prst="rect">
            <a:avLst/>
          </a:prstGeom>
          <a:solidFill>
            <a:srgbClr val="0F7A84"/>
          </a:solidFill>
          <a:ln w="12700">
            <a:solidFill>
              <a:srgbClr val="333333"/>
            </a:solidFill>
            <a:prstDash val="solid"/>
          </a:ln>
        </p:spPr>
      </p:sp>
      <p:sp>
        <p:nvSpPr>
          <p:cNvPr id="48" name="Text 46"/>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49" name="Text 47"/>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0" name="Shape 48"/>
          <p:cNvSpPr/>
          <p:nvPr/>
        </p:nvSpPr>
        <p:spPr>
          <a:xfrm>
            <a:off x="6565392" y="3163824"/>
            <a:ext cx="3784731" cy="196596"/>
          </a:xfrm>
          <a:prstGeom prst="rect">
            <a:avLst/>
          </a:prstGeom>
          <a:solidFill>
            <a:srgbClr val="0F7A84"/>
          </a:solidFill>
          <a:ln w="12700">
            <a:solidFill>
              <a:srgbClr val="333333"/>
            </a:solidFill>
            <a:prstDash val="solid"/>
          </a:ln>
        </p:spPr>
      </p:sp>
      <p:sp>
        <p:nvSpPr>
          <p:cNvPr id="51" name="Text 49"/>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2" name="Text 50"/>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3" name="Shape 51"/>
          <p:cNvSpPr/>
          <p:nvPr/>
        </p:nvSpPr>
        <p:spPr>
          <a:xfrm>
            <a:off x="6565392" y="3438144"/>
            <a:ext cx="3489468" cy="196596"/>
          </a:xfrm>
          <a:prstGeom prst="rect">
            <a:avLst/>
          </a:prstGeom>
          <a:solidFill>
            <a:srgbClr val="0F7A84"/>
          </a:solidFill>
          <a:ln w="12700">
            <a:solidFill>
              <a:srgbClr val="333333"/>
            </a:solidFill>
            <a:prstDash val="solid"/>
          </a:ln>
        </p:spPr>
      </p:sp>
      <p:sp>
        <p:nvSpPr>
          <p:cNvPr id="54" name="Text 52"/>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5" name="Text 53"/>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6" name="Shape 54"/>
          <p:cNvSpPr/>
          <p:nvPr/>
        </p:nvSpPr>
        <p:spPr>
          <a:xfrm>
            <a:off x="6565392" y="3712464"/>
            <a:ext cx="3268021" cy="196596"/>
          </a:xfrm>
          <a:prstGeom prst="rect">
            <a:avLst/>
          </a:prstGeom>
          <a:solidFill>
            <a:srgbClr val="94A0AE"/>
          </a:solidFill>
          <a:ln w="12700">
            <a:solidFill>
              <a:srgbClr val="333333"/>
            </a:solidFill>
            <a:prstDash val="solid"/>
          </a:ln>
        </p:spPr>
      </p:sp>
      <p:sp>
        <p:nvSpPr>
          <p:cNvPr id="57" name="Text 55"/>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58" name="Text 56"/>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59" name="Shape 57"/>
          <p:cNvSpPr/>
          <p:nvPr/>
        </p:nvSpPr>
        <p:spPr>
          <a:xfrm>
            <a:off x="6565392" y="3986784"/>
            <a:ext cx="2556707" cy="196596"/>
          </a:xfrm>
          <a:prstGeom prst="rect">
            <a:avLst/>
          </a:prstGeom>
          <a:solidFill>
            <a:srgbClr val="B4522F"/>
          </a:solidFill>
          <a:ln w="12700">
            <a:solidFill>
              <a:srgbClr val="333333"/>
            </a:solidFill>
            <a:prstDash val="solid"/>
          </a:ln>
        </p:spPr>
      </p:sp>
      <p:sp>
        <p:nvSpPr>
          <p:cNvPr id="60" name="Text 58"/>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1" name="Text 59"/>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2" name="Shape 60"/>
          <p:cNvSpPr/>
          <p:nvPr/>
        </p:nvSpPr>
        <p:spPr>
          <a:xfrm>
            <a:off x="6565392" y="4261104"/>
            <a:ext cx="2536575" cy="196596"/>
          </a:xfrm>
          <a:prstGeom prst="rect">
            <a:avLst/>
          </a:prstGeom>
          <a:solidFill>
            <a:srgbClr val="94A0AE"/>
          </a:solidFill>
          <a:ln w="12700">
            <a:solidFill>
              <a:srgbClr val="333333"/>
            </a:solidFill>
            <a:prstDash val="solid"/>
          </a:ln>
        </p:spPr>
      </p:sp>
      <p:sp>
        <p:nvSpPr>
          <p:cNvPr id="63" name="Text 61"/>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4" name="Shape 62"/>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5" name="Shape 63"/>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6" name="Text 64"/>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67" name="Text 65"/>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68" name="Shape 66"/>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69" name="Text 67"/>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Continuous representations preserve pragmatic stance, and holds at matched arousal and on new speakers the probe never trained on, and within each word, where WavLM reaches 0.659 against 0.534 for text. The discrete tokens consumed by deployed systems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2026-07-30T10:16:54Z</dcterms:created>
  <dcterms:modified xsi:type="dcterms:W3CDTF">2026-07-30T10:16:54Z</dcterms:modified>
</cp:coreProperties>
</file>